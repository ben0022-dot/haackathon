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SPACEMAKERS KENYA  ·  TECH PITCH, GITHOGORO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9692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months after finishing the course, the certificate is framed and the phone still isn't ringing.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4480560"/>
            <a:ext cx="1280160" cy="0"/>
          </a:xfrm>
          <a:prstGeom prst="line">
            <a:avLst/>
          </a:prstGeom>
          <a:noFill/>
          <a:ln w="38100">
            <a:solidFill>
              <a:srgbClr val="B85C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6634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we kept hearing on every visit to Githogoro — tailors, electricians, caterers, trained and ready, still asking around for their first paying job.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Skilled, local, and still invisible to the work nearby.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50976" y="287121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affected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39312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TVET graduates in Githogoro, Nairobi — trained in tailoring, electrical work and catering — finish the course and stall. Not for lack of skill, but because nobody hands them a next step or a place to look.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0" y="2468880"/>
            <a:ext cx="566928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2743200"/>
            <a:ext cx="457200" cy="4572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45936" y="2871216"/>
            <a:ext cx="201168" cy="201168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the team's words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639312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“Limited access to verified, localised job and gig opportunities matched to their specific skills leads to prolonged joblessness and dependence on unstable, low-paying informal work.”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Karibu Kazi: a web app that puts both sides of the hire in one place.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50976" y="287121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46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39312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puts two sides of Githogoro on the same page: graduates with a verified trade and location on one side, employers with real openings and gigs on the other — matched directly, no middleman.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28816" y="2871216"/>
            <a:ext cx="201168" cy="201168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fixes the gap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639312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stops being a dead end. A graduate creates a profile and sees matched openings; an employer searches verified profiles and reaches out directly.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sides of one street in Githogoro.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50976" y="287121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46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39312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TVET graduates, roughly 18–28, in Githogoro and similar Nairobi wards — tailoring, electrical, catering and related trades.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28816" y="2871216"/>
            <a:ext cx="201168" cy="201168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639312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employers and gig-givers posting verified openings, plus NGOs and county youth programmes sponsoring access for harder-to-reach youth.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Free for the graduate. Paid by whoever's hiring.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50976" y="287121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46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free to search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39312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 stays free for youth, always — the barrier we're removing is money, not adding it back.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28816" y="2871216"/>
            <a:ext cx="201168" cy="201168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earns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639312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pay a small fee per verified posting (~KES 50–100), with a priority-match subscription for repeat hirers. NGO and county partnerships sponsor listings during scale-up.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Verified. Hyperlocal. Two-sided, not another listings dump.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50976" y="2871216"/>
            <a:ext cx="201168" cy="201168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46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job board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39312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are checked against the trade and the neighbourhood, cutting the scam gigs and dead-end travel that swallow airtime and bus fare.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2421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28816" y="2871216"/>
            <a:ext cx="201168" cy="201168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sides, one platform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639312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aren't just posting into a void — they can search verified graduate profiles directly, so the match works from both ends.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Pre-pilot — the problem is validated, not the product yet.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one field day into building the evidence base, deliberately, before writing code: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4211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0976" y="328269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interviews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5079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youth near a TVET institute or hub in Githogoro.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43400" y="28803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4211C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3154680"/>
            <a:ext cx="457200" cy="457200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45736" y="3282696"/>
            <a:ext cx="201168" cy="201168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63440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site visit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05079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local job board, Huduma Centre or NGO youth desk.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28803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4211C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3154680"/>
            <a:ext cx="457200" cy="45720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40496" y="3282696"/>
            <a:ext cx="201168" cy="201168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58200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employers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405079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to check the gap from the hiring side too.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people, six lanes.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204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95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LEADER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700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Benedict Owino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2724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direction, keeps the team aligned under time pressure.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35204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2395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6700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Joan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12724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findings, keeps the shared deck current.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35204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2395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EVIDENCE LEAD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6700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Elvis Bitolo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12724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ground findings against KNBS, ILO and TVETA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35204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498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LEAD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73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Purity Engesia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303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interviews and site visits, builds trust in Githogoro.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06240" y="4389120"/>
            <a:ext cx="35204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4498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LEAD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4773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Alex Gachuhi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52303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evidence into ideas, tests what's feasible.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4389120"/>
            <a:ext cx="35204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4498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 COMMUNICATIONS LEAD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4773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Kevin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52303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the story, keeps the narrative tight.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would move us from evidence to a working pilot.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24211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50976" y="273405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0215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validation and lean pricing — how to price verified listings and structure a first pilot.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24211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50976" y="4654296"/>
            <a:ext cx="201168" cy="201168"/>
          </a:xfrm>
          <a:prstGeom prst="ellipse">
            <a:avLst/>
          </a:prstGeom>
          <a:solidFill>
            <a:srgbClr val="3C7A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029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4223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TVET institutes and Huduma Centre / NGO youth desks in Githogoro, for verification and outreach.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6480" y="2331720"/>
            <a:ext cx="5486400" cy="3794760"/>
          </a:xfrm>
          <a:prstGeom prst="roundRect">
            <a:avLst>
              <a:gd name="adj" fmla="val 2892"/>
            </a:avLst>
          </a:prstGeom>
          <a:solidFill>
            <a:srgbClr val="2421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E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KES 150,000 seed budget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Fieldwork &amp; interviews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566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20,000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3950208"/>
            <a:ext cx="4846320" cy="0"/>
          </a:xfrm>
          <a:prstGeom prst="line">
            <a:avLst/>
          </a:prstGeom>
          <a:noFill/>
          <a:ln w="9525">
            <a:solidFill>
              <a:srgbClr val="3A36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4096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build &amp; testing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40965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80,000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4480560"/>
            <a:ext cx="4846320" cy="0"/>
          </a:xfrm>
          <a:prstGeom prst="line">
            <a:avLst/>
          </a:prstGeom>
          <a:noFill/>
          <a:ln w="9525">
            <a:solidFill>
              <a:srgbClr val="3A36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46268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outreach, 100 youth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46268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30,000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46520" y="5010912"/>
            <a:ext cx="4846320" cy="0"/>
          </a:xfrm>
          <a:prstGeom prst="line">
            <a:avLst/>
          </a:prstGeom>
          <a:noFill/>
          <a:ln w="9525">
            <a:solidFill>
              <a:srgbClr val="3A362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5157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51572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20,000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46520" y="5541264"/>
            <a:ext cx="4846320" cy="0"/>
          </a:xfrm>
          <a:prstGeom prst="line">
            <a:avLst/>
          </a:prstGeom>
          <a:noFill/>
          <a:ln w="9525">
            <a:solidFill>
              <a:srgbClr val="3A362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5760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KES 150,000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SpaceMakers Kenya — Tech Pitch</dc:title>
  <dc:subject>PptxGenJS Presentation</dc:subject>
  <dc:creator>SpaceMakers Kenya</dc:creator>
  <cp:lastModifiedBy>SpaceMakers Kenya</cp:lastModifiedBy>
  <cp:revision>1</cp:revision>
  <dcterms:created xsi:type="dcterms:W3CDTF">2026-09-23T07:22:49Z</dcterms:created>
  <dcterms:modified xsi:type="dcterms:W3CDTF">2026-09-23T07:22:49Z</dcterms:modified>
</cp:coreProperties>
</file>